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Forecasting Pub replaces a SharePoint/PowerApp setup that had to be rebuilt for every team. The core bet: a dozen business units will never agree on how to slice a forecast, so the app has no opinion about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response to "we can never standardise": stop trying. Standardise the contract — one fact shape, one dimension catalogue, one entry and audit model — and let shape be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grid is the product. Everything else supports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feature that earns trust in the number. A forecast tool nobody can audit gets ignored.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 input is reconstructed from the audit log. Source facts stay live for now because the upstream tables have no snapshots yet — the UI says so rather than hiding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Charts are native SVG with a fixed, colourblind-checked palette — no chart library, no generated hues.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bad config fails for the admin who wrote it, with a reason — never for a seller opening the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help copy lives in one file so the wording can be reviewed as prose rather than hunted through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goals this was built against: faster onboarding, more out of the box, agents can iterate on it, and a backend that is not SharePoint.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Known limits are stated rather than buried: identity, real feeds, fact snapshots, and the placeholder opportunity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1335024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E8A33D"/>
          </a:solidFill>
          <a:ln/>
        </p:spPr>
      </p:sp>
      <p:pic>
        <p:nvPicPr>
          <p:cNvPr id="3" name="Image 0" descr="/tmp/claude-0/-home-user-marchMogging/56f4628e-a72d-5173-bdcb-57f01ea4b75b/scratchpad/deck/m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35024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39572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Pub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68680" y="33101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sales teams to call their number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420624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forecasts differently.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68680" y="45537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AFC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 stops fighting that — how a team slices, measures and weights its forecast is configuration, not a separate app.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4E8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E8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dozen teams, a dozen shapes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49240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7830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86968" y="2176272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business unit had its own hacked-together forecast — its own SQL, its own spreadsheet, its own rebuild every time something changed.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73368" y="1572768"/>
            <a:ext cx="5349240" cy="1627632"/>
          </a:xfrm>
          <a:prstGeom prst="roundRect">
            <a:avLst>
              <a:gd name="adj" fmla="val 2809"/>
            </a:avLst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93408" y="17830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93408" y="2176272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6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app. A team's levels, metric and weighting are rows in a config table, filled in through a form. Onboarding is data entry.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35295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team declares — and nothing else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1792" y="4059936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4005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71800" y="40050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rows are grouped — 1 to 8, standard dimensions or your own SQL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" y="466344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6085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971800" y="46085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or sales, with exceptions (e.g. software counted on sales)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" y="5266944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5212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971800" y="5212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open pipeline counts toward the suggestion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" y="5870448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58155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&amp; filters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971800" y="581558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product rollups, and which source rows are yours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E8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SELLERS WORK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forecast grid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5780" y="1330452"/>
            <a:ext cx="7854696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/tmp/claude-0/-home-user-marchMogging/56f4628e-a72d-5173-bdcb-57f01ea4b75b/scratchpad/deck/s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772400" cy="48554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13648" y="1481328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4"/>
          <p:cNvSpPr/>
          <p:nvPr/>
        </p:nvSpPr>
        <p:spPr>
          <a:xfrm>
            <a:off x="8613648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070848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&amp; pipeline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070848" y="175564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straight from source. Nobody types over them.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13648" y="2670048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8613648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70848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suggestions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070848" y="294436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starting number, and the "if everything lands" ceiling.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13648" y="3858768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2"/>
          <p:cNvSpPr/>
          <p:nvPr/>
        </p:nvSpPr>
        <p:spPr>
          <a:xfrm>
            <a:off x="8613648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070848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enter one number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070848" y="413308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 or Total — they stay in step, last edit wins.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613648" y="5047488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6"/>
          <p:cNvSpPr/>
          <p:nvPr/>
        </p:nvSpPr>
        <p:spPr>
          <a:xfrm>
            <a:off x="8613648" y="5047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070848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say why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070848" y="532180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one-line comment saves the follow-up call.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6928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 works: 1.2M, 500K, -750K. Everything saves as you type.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E8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opens 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arrow on any row and the actual Salesforce deals behind it appear — amount, likelihood, stage, and whether each one counts toward the suggestion. Deal names link straight into Salesforce.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5780" y="2107692"/>
            <a:ext cx="1110996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/tmp/claude-0/-home-user-marchMogging/56f4628e-a72d-5173-bdcb-57f01ea4b75b/scratchpad/deck/s_drill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48840"/>
            <a:ext cx="11027664" cy="3803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610819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to "why is my suggestion so high?" is usually one deal that is not as certain as it looks.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E8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IN TIME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Rewind to any date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82212" y="1376172"/>
            <a:ext cx="7653528" cy="4818888"/>
          </a:xfrm>
          <a:prstGeom prst="roundRect">
            <a:avLst>
              <a:gd name="adj" fmla="val 1139"/>
            </a:avLst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/tmp/claude-0/-home-user-marchMogging/56f4628e-a72d-5173-bdcb-57f01ea4b75b/scratchpad/deck/s_aso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417320"/>
            <a:ext cx="7571232" cy="4736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517904"/>
            <a:ext cx="3200400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as of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1956816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date and the grid shows what everyone had entered then. Editing switches off so the past cannot be rewritten.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3090672"/>
            <a:ext cx="3200400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3236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now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04672" y="3529584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today's number and the delta, so "what moved this week?" is one glance.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4663440"/>
            <a:ext cx="3200400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48097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04672" y="510235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ever made — field, old value, new value, who, when. Nothing is silently overwritten.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23360" y="6291072"/>
            <a:ext cx="7571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by replaying the audit trail — no snapshot jobs, no extra tables.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E8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numbers, drawn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5780" y="1330452"/>
            <a:ext cx="7854696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/tmp/claude-0/-home-user-marchMogging/56f4628e-a72d-5173-bdcb-57f01ea4b75b/scratchpad/deck/s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772400" cy="4855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13648" y="1481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613648" y="175564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Actuals, suggestion and commitment across quarters. A wide gap means a lot still has to be won.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613648" y="26700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13648" y="294436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what is measured and how it is grouped — any level the team forecasts by.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613648" y="38587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or lines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613648" y="41330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bars for make-up, lines for movement. Same data either way.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613648" y="5047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everywhere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13648" y="53218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tile and chart follows the same filters, so the numbers always agree.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E8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is a 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decisions and the team is live in the picker. No schema change, no deploy, no ticket — and every setup can be edited or switched off later.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5780" y="2007108"/>
            <a:ext cx="6483096" cy="4087368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/tmp/claude-0/-home-user-marchMogging/56f4628e-a72d-5173-bdcb-57f01ea4b75b/scratchpad/deck/s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48256"/>
            <a:ext cx="6400800" cy="40050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28916" y="2007108"/>
            <a:ext cx="1956816" cy="4087368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1" descr="/tmp/claude-0/-home-user-marchMogging/56f4628e-a72d-5173-bdcb-57f01ea4b75b/scratchpad/deck/s_admin_e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2048256"/>
            <a:ext cx="1874520" cy="40050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6404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anything, delete nothing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9464040" y="2724912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loads a view's current setup. Deactivate hides it from sellers while keeping every entry and audit row — because deleting a forecast destroys the record of what someone committed to.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66928" y="61630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levels take a SQL expression, compiled and checked the moment you save.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E8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people who sell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users are better at selling than at querying. Every column, control and setting explains itself in plain language — no acronyms anyone would have to look 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5780" y="2171700"/>
            <a:ext cx="6848856" cy="1252728"/>
          </a:xfrm>
          <a:prstGeom prst="roundRect">
            <a:avLst>
              <a:gd name="adj" fmla="val 4380"/>
            </a:avLst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/tmp/claude-0/-home-user-marchMogging/56f4628e-a72d-5173-bdcb-57f01ea4b75b/scratchpad/deck/s_help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212848"/>
            <a:ext cx="6766560" cy="11704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5780" y="3799332"/>
            <a:ext cx="6117336" cy="1819656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1" descr="/tmp/claude-0/-home-user-marchMogging/56f4628e-a72d-5173-bdcb-57f01ea4b75b/scratchpad/deck/s_toolt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0"/>
            <a:ext cx="6035040" cy="17373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772400" y="2139696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0" y="2139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29600" y="2121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four-step primer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229600" y="240487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page, dismissable, and always retrievable.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0" y="3273552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229600" y="32552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"?" on everything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8229600" y="353872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controls, tiles, charts, admin fields. Keyboard reachable.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772400" y="4407408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0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8229600" y="4389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8229600" y="467258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the number is, then what to do with it. Two sentences, no jargon.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7772400" y="5541264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18"/>
          <p:cNvSpPr/>
          <p:nvPr/>
        </p:nvSpPr>
        <p:spPr>
          <a:xfrm>
            <a:off x="7772400" y="5541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229600" y="55229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failures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8229600" y="58064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and error states say what to do, not just what went wrong.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E8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Enterprise-friendly by construction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493008" cy="1810512"/>
          </a:xfrm>
          <a:prstGeom prst="roundRect">
            <a:avLst>
              <a:gd name="adj" fmla="val 2525"/>
            </a:avLst>
          </a:prstGeom>
          <a:solidFill>
            <a:srgbClr val="1B4D2E"/>
          </a:solidFill>
          <a:ln w="12700">
            <a:solidFill>
              <a:srgbClr val="2A6B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6596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2037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runs as SQL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53288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9C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Levels, metrics, weighting and filters compile to SQL that executes in the database — so pointing a team at the real warehouse view is a config change, not a rewrite.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1691640"/>
            <a:ext cx="3493008" cy="1810512"/>
          </a:xfrm>
          <a:prstGeom prst="roundRect">
            <a:avLst>
              <a:gd name="adj" fmla="val 2525"/>
            </a:avLst>
          </a:prstGeom>
          <a:solidFill>
            <a:srgbClr val="1B4D2E"/>
          </a:solidFill>
          <a:ln w="12700">
            <a:solidFill>
              <a:srgbClr val="2A6B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0288" y="196596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22037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on source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0288" y="253288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9C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never writes orders, sales or pipeline. It owns only its own config, entries and audit tables.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65008" y="1691640"/>
            <a:ext cx="3493008" cy="1810512"/>
          </a:xfrm>
          <a:prstGeom prst="roundRect">
            <a:avLst>
              <a:gd name="adj" fmla="val 2525"/>
            </a:avLst>
          </a:prstGeom>
          <a:solidFill>
            <a:srgbClr val="1B4D2E"/>
          </a:solidFill>
          <a:ln w="12700">
            <a:solidFill>
              <a:srgbClr val="2A6B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9328" y="196596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8339328" y="22037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by design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39328" y="253288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9C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writes an immutable record. That trail is also what powers point-in-time views.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776472"/>
            <a:ext cx="3493008" cy="1810512"/>
          </a:xfrm>
          <a:prstGeom prst="roundRect">
            <a:avLst>
              <a:gd name="adj" fmla="val 2525"/>
            </a:avLst>
          </a:prstGeom>
          <a:solidFill>
            <a:srgbClr val="1B4D2E"/>
          </a:solidFill>
          <a:ln w="12700">
            <a:solidFill>
              <a:srgbClr val="2A6B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50792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288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4617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9C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up. The frontend compiles into the image and the API serves it — one service, one port, no reverse proxy.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15968" y="3776472"/>
            <a:ext cx="3493008" cy="1810512"/>
          </a:xfrm>
          <a:prstGeom prst="roundRect">
            <a:avLst>
              <a:gd name="adj" fmla="val 2525"/>
            </a:avLst>
          </a:prstGeom>
          <a:solidFill>
            <a:srgbClr val="1B4D2E"/>
          </a:solidFill>
          <a:ln w="12700">
            <a:solidFill>
              <a:srgbClr val="2A6B4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0288" y="4050792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4590288" y="4288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Agent-ready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90288" y="4617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9C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guides plus a working contract for agents: what is safe to change, and which doc to update.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65008" y="3776472"/>
            <a:ext cx="3493008" cy="1810512"/>
          </a:xfrm>
          <a:prstGeom prst="roundRect">
            <a:avLst>
              <a:gd name="adj" fmla="val 2525"/>
            </a:avLst>
          </a:prstGeom>
          <a:solidFill>
            <a:srgbClr val="1B4D2E"/>
          </a:solidFill>
          <a:ln w="12700">
            <a:solidFill>
              <a:srgbClr val="2A6B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9328" y="4050792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328" y="4288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Swap-in seams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39328" y="4617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9C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one function away from SSO; source views are named in config; the SQL layer is a single module.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E8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66928" y="23591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differently-shaped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seeded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01568" y="1463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1–8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401568" y="23591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levels,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 them SQL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36208" y="1463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236208" y="23591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including an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 guard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70848" y="1463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9070848" y="23591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to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291840"/>
            <a:ext cx="534924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493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today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3877056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grid, drill-down and comments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views and full audit history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switchable cuts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onboarding and editing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deployment, docs for every audience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3291840"/>
            <a:ext cx="5330952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493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production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65392" y="3877056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SSO in place of the placeholder identity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fact tables at the real feeds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source snapshots so as-of covers actuals too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placeholder Salesforce opportunity id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5779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demo data is fictional — accounts, people, products and every number.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Pub — functionality overview</dc:title>
  <dc:subject>PptxGenJS Presentation</dc:subject>
  <dc:creator>Forecasting Pub</dc:creator>
  <cp:lastModifiedBy>Forecasting Pub</cp:lastModifiedBy>
  <cp:revision>1</cp:revision>
  <dcterms:created xsi:type="dcterms:W3CDTF">2026-08-06T01:54:37Z</dcterms:created>
  <dcterms:modified xsi:type="dcterms:W3CDTF">2026-08-06T01:54:37Z</dcterms:modified>
</cp:coreProperties>
</file>